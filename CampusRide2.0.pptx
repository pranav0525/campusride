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Kanit Light" panose="020B0604020202020204" charset="-34"/>
      <p:regular r:id="rId13"/>
    </p:embeddedFont>
    <p:embeddedFont>
      <p:font typeface="Martel Sans" panose="020B0604020202020204" charset="0"/>
      <p:regular r:id="rId14"/>
    </p:embeddedFont>
    <p:embeddedFont>
      <p:font typeface="Martel Sans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84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4347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4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ECE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2182118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CampusRide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056235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Shared cab coordination system for students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233360" y="3571280"/>
            <a:ext cx="1340610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4370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346765" y="3627934"/>
            <a:ext cx="172338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DBMS PROJECT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668425" y="3571280"/>
            <a:ext cx="1717930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4370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781829" y="3627934"/>
            <a:ext cx="210070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37066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DATABASE SYSTEMS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233360" y="407104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Rachit Malik (25BCE5140) · Pranav Agarwal (25BCE5204) · Shayan Rustomji (25BCE5546)</a:t>
            </a:r>
            <a:endParaRPr lang="en-US" sz="14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53767CA-5E52-7024-F1BA-093978D431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514" y="6534133"/>
            <a:ext cx="1676486" cy="3238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2252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Problem Statement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02445"/>
            <a:ext cx="3509081" cy="35091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0721" y="1573212"/>
            <a:ext cx="6905849" cy="105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spcAft>
                <a:spcPts val="1250"/>
              </a:spcAft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Students often book cabs separately, even when others from the same campus are going the same way at the same time.</a:t>
            </a:r>
            <a:endParaRPr lang="en-US" sz="14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Informal methods like WhatsApp groups make it hard to: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4630721" y="2788642"/>
            <a:ext cx="6905849" cy="20921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Find similar routes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Match shared ride interest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Check seat availability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Coordinate timings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Verify ride details</a:t>
            </a:r>
            <a:endParaRPr lang="en-US" sz="1450" dirty="0"/>
          </a:p>
          <a:p>
            <a:pPr marL="294640" indent="-294640" algn="l">
              <a:lnSpc>
                <a:spcPct val="132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Track past shared rides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4630721" y="5086747"/>
            <a:ext cx="6905849" cy="1013023"/>
          </a:xfrm>
          <a:prstGeom prst="roundRect">
            <a:avLst>
              <a:gd name="adj" fmla="val 7714"/>
            </a:avLst>
          </a:prstGeom>
          <a:solidFill>
            <a:srgbClr val="DFECE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6751" y="5344021"/>
            <a:ext cx="232563" cy="1860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35345" y="5297984"/>
            <a:ext cx="611519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How can we build a centralized, database-driven platform for route, time, availability, and preference-based ride sharing?</a:t>
            </a:r>
            <a:endParaRPr lang="en-US" sz="14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DDA1720-FF34-39C5-9312-FA6F5F7BF6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0180" y="6534133"/>
            <a:ext cx="1676486" cy="3238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ECE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2775" y="504924"/>
            <a:ext cx="4385855" cy="58480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64952"/>
            <a:ext cx="6296860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Why CampusRide?</a:t>
            </a:r>
            <a:endParaRPr lang="en-US" sz="3650" dirty="0"/>
          </a:p>
        </p:txBody>
      </p:sp>
      <p:sp>
        <p:nvSpPr>
          <p:cNvPr id="5" name="Shape 2"/>
          <p:cNvSpPr/>
          <p:nvPr/>
        </p:nvSpPr>
        <p:spPr>
          <a:xfrm>
            <a:off x="661475" y="1421110"/>
            <a:ext cx="6296860" cy="1080591"/>
          </a:xfrm>
          <a:prstGeom prst="roundRect">
            <a:avLst>
              <a:gd name="adj" fmla="val 7232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853855" y="1613495"/>
            <a:ext cx="591209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Student-Focused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53855" y="2014041"/>
            <a:ext cx="591209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Built for students sharing cabs.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61475" y="2684859"/>
            <a:ext cx="6296860" cy="1080591"/>
          </a:xfrm>
          <a:prstGeom prst="roundRect">
            <a:avLst>
              <a:gd name="adj" fmla="val 7232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53855" y="2877245"/>
            <a:ext cx="591209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Centralized Info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53855" y="3277791"/>
            <a:ext cx="591209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Routes, timings, seats, cab details and riders in one place.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61475" y="3948609"/>
            <a:ext cx="6296860" cy="1080591"/>
          </a:xfrm>
          <a:prstGeom prst="roundRect">
            <a:avLst>
              <a:gd name="adj" fmla="val 7232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853855" y="4140994"/>
            <a:ext cx="591209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Better Coordination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53855" y="4541540"/>
            <a:ext cx="591209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Find students going the same way at the same time.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61475" y="5212358"/>
            <a:ext cx="6296860" cy="1080591"/>
          </a:xfrm>
          <a:prstGeom prst="roundRect">
            <a:avLst>
              <a:gd name="adj" fmla="val 7232"/>
            </a:avLst>
          </a:prstGeom>
          <a:solidFill>
            <a:srgbClr val="DFECE9"/>
          </a:solidFill>
          <a:ln w="6350">
            <a:solidFill>
              <a:srgbClr val="C5D2C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853855" y="5404743"/>
            <a:ext cx="591209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Flexible Booking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53855" y="5805289"/>
            <a:ext cx="591209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Book now or later through an external cab service.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How Will It Work?</a:t>
            </a:r>
            <a:endParaRPr lang="en-US" sz="3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58" y="1385590"/>
            <a:ext cx="10868745" cy="45062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6086" y="4531424"/>
            <a:ext cx="2434151" cy="304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Coordinate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8584089" y="4531424"/>
            <a:ext cx="2434150" cy="304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Join Ride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681455" y="2454230"/>
            <a:ext cx="2434150" cy="304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Create Ride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076086" y="2465049"/>
            <a:ext cx="2434151" cy="304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Choose Option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6072485"/>
            <a:ext cx="11478330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Database-powered updates keep rides current, consistent, and fully tracked.</a:t>
            </a:r>
            <a:endParaRPr lang="en-US" sz="13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65A90F-95EB-4FC1-3E1F-1A09EE95E5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3397" y="6534133"/>
            <a:ext cx="1676486" cy="3238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6017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Core Application Components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228850"/>
            <a:ext cx="2575357" cy="14423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443262"/>
            <a:ext cx="20449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User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2851944"/>
            <a:ext cx="20449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Students create profiles and join rides.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5839" y="2228850"/>
            <a:ext cx="2575456" cy="14423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741842" y="2443262"/>
            <a:ext cx="20450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Create Ride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3741842" y="2851944"/>
            <a:ext cx="20450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Enter journey, time, seats, and cab details.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0301" y="2228850"/>
            <a:ext cx="2575456" cy="1442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06305" y="2443262"/>
            <a:ext cx="20450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Join Ride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506305" y="2851944"/>
            <a:ext cx="20450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Search rides with filters and join one.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54764" y="2228850"/>
            <a:ext cx="2575456" cy="14423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270768" y="2443262"/>
            <a:ext cx="20450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Ride Members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270768" y="2851944"/>
            <a:ext cx="20450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Includes the creator and other students.</a:t>
            </a:r>
            <a:endParaRPr lang="en-US" sz="14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860205"/>
            <a:ext cx="2575357" cy="173761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77479" y="4074616"/>
            <a:ext cx="20449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Cab Information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977479" y="4483298"/>
            <a:ext cx="20449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Optional cab, fare, and booking details.</a:t>
            </a:r>
            <a:endParaRPr lang="en-US" sz="14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5839" y="3860205"/>
            <a:ext cx="2575456" cy="173761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3741842" y="4074616"/>
            <a:ext cx="204504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Ride History &amp; Rating</a:t>
            </a:r>
            <a:endParaRPr lang="en-US" sz="1850" dirty="0"/>
          </a:p>
        </p:txBody>
      </p:sp>
      <p:sp>
        <p:nvSpPr>
          <p:cNvPr id="20" name="Text 12"/>
          <p:cNvSpPr/>
          <p:nvPr/>
        </p:nvSpPr>
        <p:spPr>
          <a:xfrm>
            <a:off x="3741842" y="4778573"/>
            <a:ext cx="20450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Review past rides and share feedback.</a:t>
            </a:r>
            <a:endParaRPr lang="en-US" sz="14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73D521C-663A-460B-8F04-70F9EADE35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514" y="6475349"/>
            <a:ext cx="1676486" cy="3238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9120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DBMS Concepts Used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059880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0177" y="2059880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Relational Model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370177" y="2468563"/>
            <a:ext cx="460750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Data is stored in related tables like Users, Rides, and Ride Members.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2059880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22617" y="2059880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Keys &amp; Constraints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922617" y="2468563"/>
            <a:ext cx="460760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Primary and foreign keys protect relationships and integrity.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451423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70177" y="3451423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Normalization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370177" y="3860105"/>
            <a:ext cx="460750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Reduces redundancy where needed.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3915" y="3451423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22617" y="3451423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SQL / DML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922617" y="3860105"/>
            <a:ext cx="460760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Used to create, update, delete, and retrieve data.</a:t>
            </a:r>
            <a:endParaRPr lang="en-US" sz="14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540548"/>
            <a:ext cx="472468" cy="4724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370177" y="4540548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Joins &amp; Aggregation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1370177" y="4949230"/>
            <a:ext cx="460750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Combines ride data and summarizes results.</a:t>
            </a:r>
            <a:endParaRPr lang="en-US" sz="14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3915" y="4540548"/>
            <a:ext cx="472468" cy="47248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922617" y="4540548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Transactions &amp; Consistency</a:t>
            </a:r>
            <a:endParaRPr lang="en-US" sz="1850" dirty="0"/>
          </a:p>
        </p:txBody>
      </p:sp>
      <p:sp>
        <p:nvSpPr>
          <p:cNvPr id="20" name="Text 12"/>
          <p:cNvSpPr/>
          <p:nvPr/>
        </p:nvSpPr>
        <p:spPr>
          <a:xfrm>
            <a:off x="6922617" y="4949230"/>
            <a:ext cx="460760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Keeps multi-step actions like joining a ride in sync.</a:t>
            </a:r>
            <a:endParaRPr lang="en-US" sz="1450" dirty="0"/>
          </a:p>
        </p:txBody>
      </p:sp>
      <p:sp>
        <p:nvSpPr>
          <p:cNvPr id="21" name="Text 13"/>
          <p:cNvSpPr/>
          <p:nvPr/>
        </p:nvSpPr>
        <p:spPr>
          <a:xfrm>
            <a:off x="669358" y="5464274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These concepts align with Database Systems coursework.</a:t>
            </a:r>
            <a:endParaRPr lang="en-US" sz="14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F412A80-DA44-9005-91E9-6B793E287DA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15514" y="6514959"/>
            <a:ext cx="1676486" cy="3238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Preliminary Database Design</a:t>
            </a:r>
            <a:endParaRPr lang="en-US" sz="3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828403"/>
            <a:ext cx="5444294" cy="40047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9072" y="4212504"/>
            <a:ext cx="1635893" cy="204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User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2995779" y="3158236"/>
            <a:ext cx="1352338" cy="204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Ride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80778" y="4197963"/>
            <a:ext cx="1221467" cy="204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RideMember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112109" y="4903232"/>
            <a:ext cx="1148760" cy="204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Location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723418" y="2368898"/>
            <a:ext cx="1003348" cy="408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CabInformation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544305" y="1488777"/>
            <a:ext cx="499216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Core Entities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544305" y="1931789"/>
            <a:ext cx="4992166" cy="1938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User</a:t>
            </a: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— student details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Ride</a:t>
            </a: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— route, schedule, seats, preferences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RideMember</a:t>
            </a: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— ride participation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Location</a:t>
            </a: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— reusable pickup/dropoff points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CabInformation</a:t>
            </a: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— cab and booking details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Rating</a:t>
            </a: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— ride feedback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544305" y="4036417"/>
            <a:ext cx="499216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Key Relationships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544305" y="4479429"/>
            <a:ext cx="4992166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USER</a:t>
            </a: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creates </a:t>
            </a:r>
            <a:r>
              <a:rPr lang="en-US" sz="13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RIDE</a:t>
            </a: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· </a:t>
            </a:r>
            <a:r>
              <a:rPr lang="en-US" sz="13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USER</a:t>
            </a: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joins </a:t>
            </a:r>
            <a:r>
              <a:rPr lang="en-US" sz="13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RIDE</a:t>
            </a: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via </a:t>
            </a:r>
            <a:r>
              <a:rPr lang="en-US" sz="13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RIDE_MEMBER</a:t>
            </a: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· </a:t>
            </a:r>
            <a:r>
              <a:rPr lang="en-US" sz="13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RIDE</a:t>
            </a: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links to </a:t>
            </a:r>
            <a:r>
              <a:rPr lang="en-US" sz="13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LOCATION</a:t>
            </a: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and </a:t>
            </a:r>
            <a:r>
              <a:rPr lang="en-US" sz="13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CAB_INFORMATION</a:t>
            </a: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· </a:t>
            </a:r>
            <a:r>
              <a:rPr lang="en-US" sz="13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RIDE</a:t>
            </a:r>
            <a:r>
              <a:rPr lang="en-US" sz="13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generates </a:t>
            </a:r>
            <a:r>
              <a:rPr lang="en-US" sz="135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RATING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544305" y="5490170"/>
            <a:ext cx="4992166" cy="661988"/>
          </a:xfrm>
          <a:prstGeom prst="roundRect">
            <a:avLst>
              <a:gd name="adj" fmla="val 11243"/>
            </a:avLst>
          </a:prstGeom>
          <a:solidFill>
            <a:srgbClr val="DFECE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1505" y="5723235"/>
            <a:ext cx="221451" cy="17720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20156" y="5683845"/>
            <a:ext cx="4848699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Schema may evolve during implementation.</a:t>
            </a:r>
            <a:endParaRPr lang="en-US" sz="13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E3A4919-A3E9-FC16-610D-A2691E8C7C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514" y="6534133"/>
            <a:ext cx="1676486" cy="3238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4215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Work Distribution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370112"/>
            <a:ext cx="1539043" cy="15390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096518"/>
            <a:ext cx="3497969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Pranav Agarwal (25BCE5204)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61475" y="3449439"/>
            <a:ext cx="3497969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Database &amp; Data Design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61475" y="3793927"/>
            <a:ext cx="3497969" cy="20964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Data requirements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Relational schema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Keys &amp; constraints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MySQL setup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Sample data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SQL queries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Documentation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6764" y="1370112"/>
            <a:ext cx="1539142" cy="15391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46764" y="3096617"/>
            <a:ext cx="3498068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Shayan </a:t>
            </a:r>
            <a:r>
              <a:rPr lang="en-US" sz="1650" dirty="0" err="1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Rustomji</a:t>
            </a: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 (25BCE5546) 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4346764" y="3449538"/>
            <a:ext cx="3498068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Backend &amp; Application Logic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346764" y="3794026"/>
            <a:ext cx="3498068" cy="1789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Backend setup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DB connectivity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API development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Ride logic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Validation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Business logic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2152" y="1370112"/>
            <a:ext cx="1539142" cy="15391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32152" y="3096617"/>
            <a:ext cx="3498068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Rachit Malik (25BCE5140)</a:t>
            </a:r>
            <a:endParaRPr lang="en-US" sz="1650" dirty="0"/>
          </a:p>
          <a:p>
            <a:pPr marL="0" indent="0" algn="l">
              <a:lnSpc>
                <a:spcPct val="104000"/>
              </a:lnSpc>
              <a:buNone/>
            </a:pP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8032152" y="3449538"/>
            <a:ext cx="3498068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Frontend &amp; User Interface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8032152" y="3794026"/>
            <a:ext cx="3498068" cy="148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UI/UX design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Create Ride screen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Join/Search screen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Ride details</a:t>
            </a:r>
            <a:endParaRPr lang="en-US" sz="1300" dirty="0"/>
          </a:p>
          <a:p>
            <a:pPr marL="264160" indent="-264160" algn="l">
              <a:lnSpc>
                <a:spcPct val="126000"/>
              </a:lnSpc>
              <a:buSzPct val="100000"/>
              <a:buChar char="•"/>
            </a:pP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Frontend integration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56682" y="6059091"/>
            <a:ext cx="11478330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All Members:</a:t>
            </a:r>
            <a:r>
              <a:rPr lang="en-US" sz="13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 Testing · Integration · Documentation · Presentation</a:t>
            </a:r>
            <a:endParaRPr lang="en-US" sz="13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4FFF8EE-624A-D014-ACC1-7808174358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514" y="6535625"/>
            <a:ext cx="1676486" cy="3238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ECE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77" y="502940"/>
            <a:ext cx="4388832" cy="5852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59296"/>
            <a:ext cx="6296860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233360" y="1574800"/>
            <a:ext cx="2925094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Database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233360" y="2038152"/>
            <a:ext cx="2925094" cy="1690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Finalize schema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Add constraints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Load sample data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Write SQL queries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Create views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11476" y="1574800"/>
            <a:ext cx="2925094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Application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11476" y="2038152"/>
            <a:ext cx="2925094" cy="2040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Build Create Ride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Build Join Ride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Add ride filters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Manage seat availability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Check time conflicts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Integrate all layers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233360" y="4406801"/>
            <a:ext cx="6296860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Future Enhancements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233360" y="4958854"/>
            <a:ext cx="6296860" cy="1339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Screenshot verification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Member chat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Ratings &amp; feedback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Safety info</a:t>
            </a:r>
            <a:endParaRPr lang="en-US" sz="1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A3B9892-EFD9-F3B3-273B-3FEBDD8501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514" y="6534133"/>
            <a:ext cx="1676486" cy="32386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767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Expected Outcome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696343"/>
            <a:ext cx="10868745" cy="1058366"/>
          </a:xfrm>
          <a:prstGeom prst="roundRect">
            <a:avLst>
              <a:gd name="adj" fmla="val 7501"/>
            </a:avLst>
          </a:prstGeom>
          <a:solidFill>
            <a:srgbClr val="DFECE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1964035"/>
            <a:ext cx="236234" cy="1890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75723" y="1932583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 database-driven platform that helps students coordinate shared cab rides by destination, timing, seats, and preferences.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61475" y="303817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system will allow students to: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61475" y="3616920"/>
            <a:ext cx="10868745" cy="2513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Create shared rides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Join rides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View members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Track seats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Store ride details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Avoid timing conflicts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Share cab costs</a:t>
            </a:r>
            <a:endParaRPr lang="en-US" sz="14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F98C656-7A05-3CE6-EBEC-72074BDF33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2970" y="6534133"/>
            <a:ext cx="1676486" cy="3238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584</Words>
  <Application>Microsoft Office PowerPoint</Application>
  <PresentationFormat>Widescreen</PresentationFormat>
  <Paragraphs>138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Kanit Light</vt:lpstr>
      <vt:lpstr>Arial</vt:lpstr>
      <vt:lpstr>Martel Sans</vt:lpstr>
      <vt:lpstr>Martel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Pranav Agarwal</cp:lastModifiedBy>
  <cp:revision>3</cp:revision>
  <dcterms:created xsi:type="dcterms:W3CDTF">2026-09-17T18:39:10Z</dcterms:created>
  <dcterms:modified xsi:type="dcterms:W3CDTF">2026-09-17T18:59:42Z</dcterms:modified>
</cp:coreProperties>
</file>